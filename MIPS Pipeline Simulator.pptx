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6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2DBB-2F5A-12D2-79D3-C8986C45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AB02A-8FB2-137C-EC2A-C435A38E8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B7CC9-CA83-D10B-8CEB-5D9C5670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DFEA7-D09D-0D0B-A3FB-1C1E25C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8BF0-B7BC-C644-97FE-5F1692CB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6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1258-9223-F1CA-87A8-E4AEA134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20C5-6F37-8609-0132-9E29AC9FB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B1469-841C-BB6B-8A45-74C0741E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78BF-E75E-64D3-F034-5BFBB58F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E1C4-6D80-043B-C075-395C34F0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1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86FA-30C1-0DE8-53D9-039CC144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9C27-2B0C-B704-81AE-5A870FC5B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C310-6A54-6E8D-952F-99B0FE9E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FC5B1-89F8-21E3-3C56-318493D0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6FF9A-9CA8-364F-D1D0-6AB41980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06F5-08D0-8741-754B-76AF1889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FBF2-986D-9A64-A19A-104B53779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32187-3140-2950-DBD0-CA994D5E8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7B075-FCEB-E0E3-E169-EAC71B37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1B824-6C5F-EF7B-9FCD-86FEC3D5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2C0B1-28E3-CF6E-32F6-C9679D17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5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2F57-D1EB-BEF8-A234-6F823BF2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BD9EC-4134-C528-2373-9220594D0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58FE1-D953-FE17-3771-9F62D2D5F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22723-493C-72DF-823A-40D8BD451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A4A59-0513-D428-B7A5-03813D606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B5DA3-D125-1BE0-48A3-FA0593DF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0B804-DA62-0A10-6E38-C1420B90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7ED49-5787-8BD6-20D9-0D7EAFA6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502F-506D-E66C-79C3-C0AAEA1A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2B364-95E4-71FD-4495-9FA550BF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58751-A3A0-A510-54A0-ED131C51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DCD07-2900-CEAE-A35F-2BC26F50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1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08786-7A07-46AD-C414-6F1F72C1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6FB27-CA32-05A3-5DA3-DC7FAC2E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67D09-19B2-CFB7-F0F3-C4A6213B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2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0AE0-48EA-3E42-0441-A2D1AD46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593FF-69EC-239E-ED15-40023259F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89869-41AA-71B5-3A1F-A430CC39E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D483F-4F7F-14B8-A9FE-3A19A71F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32066-F379-5810-2449-9D926083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26F7-CFB1-FC5A-F9B9-B71BD17C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5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EE2C-473D-030B-BF00-CD7CEEDD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E3F79-D2B8-C016-8F23-1BDDF761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99BF2-F40C-1D5F-25C1-D9F053F56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F95A6-9430-ADA1-8A72-375A9A93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174D5-9FF3-FC99-F88A-A9ECF059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02CC5-2046-CD75-2118-ADFB2BFD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9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61E4-6291-13EB-2DB2-EC25EC60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2EE24-4C71-B5FF-B13D-09F430BE2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30985-DADB-11AF-307B-5B09F5F1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602E-5646-B6A2-0546-1F91A920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EED0-9B6A-F177-42A5-CF856700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6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3D09E-1F16-95BB-647F-BD987D815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E176C-B354-D9FD-DED6-FF0AB7C12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F28EC-6320-06BD-AD91-08788353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DB134-0417-DDDD-7A86-D8813647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2651C-93B1-2F6F-2011-599DEB28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0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5C948-07C1-7C4B-0F7B-AE30BB78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F5C86-CD22-BF0F-C34D-6DFD4CF35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70C3-3304-0AE3-D76F-D0C41ACAA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51601-AE03-4578-9C71-E0ADA0FE54F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BB63-97BB-063C-CC3A-C6688BBB6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2984F-BFDE-E153-A082-5152792BD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FFBC4-A4BC-45FE-A58A-17F5963B3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E433-D67F-8355-2C8E-1DCCBAB72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MIPS Pipeline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3A924-2E73-07F8-2247-13BB0A7577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Josh Boubel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CS3339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2716235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2C5E-DC20-5865-F7CD-9DA5FD71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52166"/>
            <a:ext cx="10515600" cy="82391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C0BD2-C53C-CF16-AA06-273C53C1C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14588"/>
            <a:ext cx="5157787" cy="823912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923A7-2ADC-31A0-5A5B-28CD45C02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09925"/>
            <a:ext cx="5157787" cy="3684588"/>
          </a:xfrm>
        </p:spPr>
        <p:txBody>
          <a:bodyPr>
            <a:normAutofit/>
          </a:bodyPr>
          <a:lstStyle/>
          <a:p>
            <a:r>
              <a:rPr lang="en-US" sz="2400" dirty="0"/>
              <a:t>Simulate 5 stage pipelined MIPS CPU</a:t>
            </a:r>
          </a:p>
          <a:p>
            <a:r>
              <a:rPr lang="en-US" sz="2400" dirty="0"/>
              <a:t>Process MIPS instructions including </a:t>
            </a:r>
            <a:r>
              <a:rPr lang="en-US" sz="1600" dirty="0"/>
              <a:t>ADD, ADDI, SUB, MUL, AND, OR, SLL, SRL, LW, SW, BEQ, J, NOP</a:t>
            </a:r>
          </a:p>
          <a:p>
            <a:r>
              <a:rPr lang="en-US" sz="2400" dirty="0"/>
              <a:t>Built-in assembly Editor</a:t>
            </a:r>
          </a:p>
          <a:p>
            <a:r>
              <a:rPr lang="en-US" sz="2400" dirty="0"/>
              <a:t>Single clock cycle step, continuous run, and program reset controls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B5780-48A7-65EC-C0CC-D7AC3DFC7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967038"/>
            <a:ext cx="5183188" cy="823912"/>
          </a:xfrm>
        </p:spPr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4FEDB-C154-9C2A-D813-BEF48E2F6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790950"/>
            <a:ext cx="5183188" cy="3684588"/>
          </a:xfrm>
        </p:spPr>
        <p:txBody>
          <a:bodyPr>
            <a:normAutofit/>
          </a:bodyPr>
          <a:lstStyle/>
          <a:p>
            <a:r>
              <a:rPr lang="en-US" sz="2400" dirty="0"/>
              <a:t>Contents of register file and data memory</a:t>
            </a:r>
          </a:p>
          <a:p>
            <a:r>
              <a:rPr lang="en-US" sz="2400" dirty="0"/>
              <a:t>Pipeline stages and state registers</a:t>
            </a:r>
          </a:p>
          <a:p>
            <a:r>
              <a:rPr lang="en-US" sz="2400" dirty="0"/>
              <a:t>ALU operation and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BB551-5C43-B4A7-232D-7F9ED04EA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75481"/>
            <a:ext cx="5787625" cy="321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1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2B4B-0735-8669-56FD-2CA2B61C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44A73-C5FE-A833-1198-EA2C6AAB05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Built on Godot 4.6.2</a:t>
            </a:r>
          </a:p>
          <a:p>
            <a:r>
              <a:rPr lang="en-US" dirty="0"/>
              <a:t>Scene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4C5BE-F480-39B2-AFF6-90E1BB65D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00" y="1131093"/>
            <a:ext cx="2547486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Each stage is a small processing element that does a specific job and passes its output to the next stage via a state register once per clock 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D21AA2-BC63-51A0-1B7B-B10DA96A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90"/>
          <a:stretch>
            <a:fillRect/>
          </a:stretch>
        </p:blipFill>
        <p:spPr>
          <a:xfrm>
            <a:off x="694975" y="2899906"/>
            <a:ext cx="1838676" cy="3277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A09CCB-ED66-20B3-4791-5E424B83E16C}"/>
              </a:ext>
            </a:extLst>
          </p:cNvPr>
          <p:cNvSpPr txBox="1"/>
          <p:nvPr/>
        </p:nvSpPr>
        <p:spPr>
          <a:xfrm>
            <a:off x="3724274" y="3247112"/>
            <a:ext cx="24479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Assembly Editor</a:t>
            </a:r>
          </a:p>
          <a:p>
            <a:endParaRPr lang="en-US" sz="1400" dirty="0"/>
          </a:p>
          <a:p>
            <a:r>
              <a:rPr lang="en-US" sz="1400" dirty="0"/>
              <a:t>Pipeline and state registers display</a:t>
            </a:r>
          </a:p>
          <a:p>
            <a:endParaRPr lang="en-US" sz="1400" dirty="0"/>
          </a:p>
          <a:p>
            <a:r>
              <a:rPr lang="en-US" sz="1400" dirty="0"/>
              <a:t>Register file display</a:t>
            </a:r>
          </a:p>
          <a:p>
            <a:endParaRPr lang="en-US" sz="1400" dirty="0"/>
          </a:p>
          <a:p>
            <a:r>
              <a:rPr lang="en-US" sz="1400" dirty="0"/>
              <a:t>Control buttons</a:t>
            </a:r>
          </a:p>
          <a:p>
            <a:endParaRPr lang="en-US" sz="1400" dirty="0"/>
          </a:p>
          <a:p>
            <a:r>
              <a:rPr lang="en-US" sz="1400" dirty="0"/>
              <a:t>Data Memory Display</a:t>
            </a:r>
          </a:p>
          <a:p>
            <a:endParaRPr lang="en-US" sz="1400" dirty="0"/>
          </a:p>
          <a:p>
            <a:r>
              <a:rPr lang="en-US" sz="1400" dirty="0"/>
              <a:t>Core simulation logic 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F8736EE-E6F0-663E-1AE6-31186E26E413}"/>
              </a:ext>
            </a:extLst>
          </p:cNvPr>
          <p:cNvSpPr/>
          <p:nvPr/>
        </p:nvSpPr>
        <p:spPr>
          <a:xfrm>
            <a:off x="2028825" y="3247112"/>
            <a:ext cx="180975" cy="305713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96AA5C-84DE-142F-E9EA-D57144CAC87D}"/>
              </a:ext>
            </a:extLst>
          </p:cNvPr>
          <p:cNvCxnSpPr/>
          <p:nvPr/>
        </p:nvCxnSpPr>
        <p:spPr>
          <a:xfrm flipH="1" flipV="1">
            <a:off x="2228850" y="3705225"/>
            <a:ext cx="1495424" cy="228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6B65982-D29A-3915-A85B-72B68177F1E9}"/>
              </a:ext>
            </a:extLst>
          </p:cNvPr>
          <p:cNvSpPr/>
          <p:nvPr/>
        </p:nvSpPr>
        <p:spPr>
          <a:xfrm>
            <a:off x="2343150" y="3848437"/>
            <a:ext cx="190500" cy="305713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1CC205-FFC9-317F-8960-87A7706CF471}"/>
              </a:ext>
            </a:extLst>
          </p:cNvPr>
          <p:cNvCxnSpPr>
            <a:stCxn id="7" idx="1"/>
            <a:endCxn id="12" idx="1"/>
          </p:cNvCxnSpPr>
          <p:nvPr/>
        </p:nvCxnSpPr>
        <p:spPr>
          <a:xfrm flipH="1" flipV="1">
            <a:off x="2533650" y="4001294"/>
            <a:ext cx="1190624" cy="58464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6A7DD70-0B30-DB69-FD16-2143C15FF143}"/>
              </a:ext>
            </a:extLst>
          </p:cNvPr>
          <p:cNvSpPr/>
          <p:nvPr/>
        </p:nvSpPr>
        <p:spPr>
          <a:xfrm>
            <a:off x="2524125" y="4297362"/>
            <a:ext cx="200026" cy="931069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35B9B3-76E6-2700-C094-E659A1DC3C01}"/>
              </a:ext>
            </a:extLst>
          </p:cNvPr>
          <p:cNvCxnSpPr>
            <a:cxnSpLocks/>
          </p:cNvCxnSpPr>
          <p:nvPr/>
        </p:nvCxnSpPr>
        <p:spPr>
          <a:xfrm flipH="1" flipV="1">
            <a:off x="2686051" y="4762896"/>
            <a:ext cx="1038223" cy="10789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076163C-70AE-D505-CE90-1DA1C70CC3C6}"/>
              </a:ext>
            </a:extLst>
          </p:cNvPr>
          <p:cNvSpPr/>
          <p:nvPr/>
        </p:nvSpPr>
        <p:spPr>
          <a:xfrm>
            <a:off x="2495901" y="5363368"/>
            <a:ext cx="200025" cy="608013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5DA753-3155-7391-17A4-861303C51E43}"/>
              </a:ext>
            </a:extLst>
          </p:cNvPr>
          <p:cNvCxnSpPr>
            <a:cxnSpLocks/>
          </p:cNvCxnSpPr>
          <p:nvPr/>
        </p:nvCxnSpPr>
        <p:spPr>
          <a:xfrm flipH="1">
            <a:off x="2653063" y="5353302"/>
            <a:ext cx="1104551" cy="31407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F00923-B169-ECF8-160D-B092F9436697}"/>
              </a:ext>
            </a:extLst>
          </p:cNvPr>
          <p:cNvCxnSpPr>
            <a:cxnSpLocks/>
          </p:cNvCxnSpPr>
          <p:nvPr/>
        </p:nvCxnSpPr>
        <p:spPr>
          <a:xfrm flipH="1">
            <a:off x="2199925" y="3399968"/>
            <a:ext cx="1524349" cy="116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DCDEDB-1887-5331-A664-E4C9752C6263}"/>
              </a:ext>
            </a:extLst>
          </p:cNvPr>
          <p:cNvCxnSpPr>
            <a:cxnSpLocks/>
          </p:cNvCxnSpPr>
          <p:nvPr/>
        </p:nvCxnSpPr>
        <p:spPr>
          <a:xfrm flipH="1">
            <a:off x="1595438" y="5750904"/>
            <a:ext cx="2162176" cy="2690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27B5B2F2-0387-1F54-25F8-E4FD4AF9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886" y="1518900"/>
            <a:ext cx="323895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7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52963-8746-C84B-1863-705EDBB0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515AF-B25C-269C-4EA0-341D38AE0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1173" y="2024522"/>
            <a:ext cx="436245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In this program the register file is implemented as dictionary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78383-AE9B-48E2-B56B-E3C2D06C3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89455" y="1690688"/>
            <a:ext cx="4676684" cy="4351338"/>
          </a:xfrm>
        </p:spPr>
        <p:txBody>
          <a:bodyPr>
            <a:normAutofit/>
          </a:bodyPr>
          <a:lstStyle/>
          <a:p>
            <a:r>
              <a:rPr lang="en-US" sz="2000" dirty="0"/>
              <a:t>Registers are read in the decode stage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register file is written back to in the last stage of the pipeline WB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B792A-0EB7-21F6-E1AE-8829994F3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389" y="1314449"/>
            <a:ext cx="1075930" cy="5395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249538-0E6F-CFB5-3375-B44A573D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94" y="2413642"/>
            <a:ext cx="3768179" cy="1452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346057-CD1E-305C-9FC7-5F14F18DE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74" y="3056344"/>
            <a:ext cx="4809179" cy="10965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A5A7CE-DB2B-99F2-3F51-19A47E5AB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769" y="5352227"/>
            <a:ext cx="4009031" cy="68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1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744F-1C98-1F56-4BF5-69E0E8E3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Register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AAE7-942B-642F-1EBD-08ABCA84E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2377" y="1601869"/>
            <a:ext cx="5181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Each holds program counter, instruction data, control signals, and other data to be used by the next stage allowing multiple instructions to pass through the data path simultaneously.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F3A89-4B09-B293-71AA-21FA08AD22E1}"/>
              </a:ext>
            </a:extLst>
          </p:cNvPr>
          <p:cNvSpPr txBox="1"/>
          <p:nvPr/>
        </p:nvSpPr>
        <p:spPr>
          <a:xfrm>
            <a:off x="3198809" y="3631962"/>
            <a:ext cx="4603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FD62D-0AD4-246D-00AF-B52887D7CC50}"/>
              </a:ext>
            </a:extLst>
          </p:cNvPr>
          <p:cNvSpPr txBox="1"/>
          <p:nvPr/>
        </p:nvSpPr>
        <p:spPr>
          <a:xfrm>
            <a:off x="4345367" y="3929618"/>
            <a:ext cx="87395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IF/ID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61C41-B1DD-04FE-0F10-F21FCDB0D567}"/>
              </a:ext>
            </a:extLst>
          </p:cNvPr>
          <p:cNvSpPr txBox="1"/>
          <p:nvPr/>
        </p:nvSpPr>
        <p:spPr>
          <a:xfrm>
            <a:off x="1581526" y="4320897"/>
            <a:ext cx="87395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ID/EX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E5289-936B-3D22-1CB3-C833C43E42E9}"/>
              </a:ext>
            </a:extLst>
          </p:cNvPr>
          <p:cNvSpPr txBox="1"/>
          <p:nvPr/>
        </p:nvSpPr>
        <p:spPr>
          <a:xfrm>
            <a:off x="3198809" y="4136231"/>
            <a:ext cx="4603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D3734-5EEC-C0AB-CDFF-7C1C5235D5F5}"/>
              </a:ext>
            </a:extLst>
          </p:cNvPr>
          <p:cNvSpPr txBox="1"/>
          <p:nvPr/>
        </p:nvSpPr>
        <p:spPr>
          <a:xfrm>
            <a:off x="3198809" y="4640500"/>
            <a:ext cx="4603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CBBFFB-C4D9-1D76-0446-DF5C5839058D}"/>
              </a:ext>
            </a:extLst>
          </p:cNvPr>
          <p:cNvSpPr txBox="1"/>
          <p:nvPr/>
        </p:nvSpPr>
        <p:spPr>
          <a:xfrm>
            <a:off x="3197333" y="5144769"/>
            <a:ext cx="461858" cy="2769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MEM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400CA-E7B1-5649-761C-03E80165211A}"/>
              </a:ext>
            </a:extLst>
          </p:cNvPr>
          <p:cNvSpPr txBox="1"/>
          <p:nvPr/>
        </p:nvSpPr>
        <p:spPr>
          <a:xfrm>
            <a:off x="3198809" y="5649038"/>
            <a:ext cx="4603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C944B-BA9C-9312-779D-E2F2498444EA}"/>
              </a:ext>
            </a:extLst>
          </p:cNvPr>
          <p:cNvSpPr txBox="1"/>
          <p:nvPr/>
        </p:nvSpPr>
        <p:spPr>
          <a:xfrm>
            <a:off x="4345366" y="4868624"/>
            <a:ext cx="101181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EX/MEM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3B2CB-C047-268F-D5A0-82192D8FAA87}"/>
              </a:ext>
            </a:extLst>
          </p:cNvPr>
          <p:cNvSpPr txBox="1"/>
          <p:nvPr/>
        </p:nvSpPr>
        <p:spPr>
          <a:xfrm>
            <a:off x="1581525" y="5318044"/>
            <a:ext cx="101181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MEM/WB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1C6269-17C1-A980-9313-0C6CACBC0723}"/>
              </a:ext>
            </a:extLst>
          </p:cNvPr>
          <p:cNvCxnSpPr>
            <a:stCxn id="5" idx="3"/>
          </p:cNvCxnSpPr>
          <p:nvPr/>
        </p:nvCxnSpPr>
        <p:spPr>
          <a:xfrm>
            <a:off x="3659191" y="3816628"/>
            <a:ext cx="608009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4E0965-1DD4-F675-D1C2-C1B5621F63F9}"/>
              </a:ext>
            </a:extLst>
          </p:cNvPr>
          <p:cNvCxnSpPr>
            <a:cxnSpLocks/>
          </p:cNvCxnSpPr>
          <p:nvPr/>
        </p:nvCxnSpPr>
        <p:spPr>
          <a:xfrm flipH="1">
            <a:off x="3698274" y="4239964"/>
            <a:ext cx="647092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F74C7E-5982-130F-E334-95911A88776F}"/>
              </a:ext>
            </a:extLst>
          </p:cNvPr>
          <p:cNvCxnSpPr/>
          <p:nvPr/>
        </p:nvCxnSpPr>
        <p:spPr>
          <a:xfrm>
            <a:off x="3698274" y="4808210"/>
            <a:ext cx="608009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02AA01-B46B-612A-4A4B-EFC3E0B247FF}"/>
              </a:ext>
            </a:extLst>
          </p:cNvPr>
          <p:cNvCxnSpPr/>
          <p:nvPr/>
        </p:nvCxnSpPr>
        <p:spPr>
          <a:xfrm>
            <a:off x="2512632" y="4597896"/>
            <a:ext cx="608009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020C72-04C3-5360-6CE8-F1724E5D25CD}"/>
              </a:ext>
            </a:extLst>
          </p:cNvPr>
          <p:cNvCxnSpPr/>
          <p:nvPr/>
        </p:nvCxnSpPr>
        <p:spPr>
          <a:xfrm>
            <a:off x="2512631" y="5595043"/>
            <a:ext cx="608009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BD4A7C-B2B9-0EDE-B4F8-D835A2E63481}"/>
              </a:ext>
            </a:extLst>
          </p:cNvPr>
          <p:cNvCxnSpPr>
            <a:cxnSpLocks/>
          </p:cNvCxnSpPr>
          <p:nvPr/>
        </p:nvCxnSpPr>
        <p:spPr>
          <a:xfrm flipH="1">
            <a:off x="3678732" y="5179544"/>
            <a:ext cx="647092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362BDC-D079-6609-30A8-FE22D553B098}"/>
              </a:ext>
            </a:extLst>
          </p:cNvPr>
          <p:cNvCxnSpPr>
            <a:cxnSpLocks/>
          </p:cNvCxnSpPr>
          <p:nvPr/>
        </p:nvCxnSpPr>
        <p:spPr>
          <a:xfrm flipH="1">
            <a:off x="2532175" y="5272012"/>
            <a:ext cx="647092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5EE8103-1645-24EB-5073-6088C8A1E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705" y="5236233"/>
            <a:ext cx="1653269" cy="11784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99461CF-E1F0-03C9-62AF-4A96C3454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32"/>
          <a:stretch>
            <a:fillRect/>
          </a:stretch>
        </p:blipFill>
        <p:spPr>
          <a:xfrm>
            <a:off x="6039341" y="1824923"/>
            <a:ext cx="1857635" cy="457872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7760CA-753B-8472-DA84-5F95308CA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881" y="1829586"/>
            <a:ext cx="1857635" cy="26759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0932C7-B0D8-CB1C-1148-939EAE52F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881" y="4606487"/>
            <a:ext cx="1859910" cy="208510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EC811F1-58CA-8F32-A5A0-CC241E6AB6B1}"/>
              </a:ext>
            </a:extLst>
          </p:cNvPr>
          <p:cNvSpPr txBox="1"/>
          <p:nvPr/>
        </p:nvSpPr>
        <p:spPr>
          <a:xfrm>
            <a:off x="8060830" y="2332176"/>
            <a:ext cx="1760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Each pipeline stage requires different signals and data to function properly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140D60-4D4A-C0C4-1729-6A9E183806CB}"/>
              </a:ext>
            </a:extLst>
          </p:cNvPr>
          <p:cNvCxnSpPr>
            <a:cxnSpLocks/>
          </p:cNvCxnSpPr>
          <p:nvPr/>
        </p:nvCxnSpPr>
        <p:spPr>
          <a:xfrm flipH="1">
            <a:off x="2480498" y="4320897"/>
            <a:ext cx="647092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92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7DCA-A545-1E7A-90E7-CF3C79B9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38698-F5DE-D544-5788-624A45760A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Stored in an array in the CPU script</a:t>
            </a:r>
          </a:p>
          <a:p>
            <a:r>
              <a:rPr lang="en-US" dirty="0"/>
              <a:t>Accessed when </a:t>
            </a:r>
            <a:r>
              <a:rPr lang="en-US" dirty="0" err="1"/>
              <a:t>lw</a:t>
            </a:r>
            <a:r>
              <a:rPr lang="en-US" dirty="0"/>
              <a:t> or </a:t>
            </a:r>
            <a:r>
              <a:rPr lang="en-US" dirty="0" err="1"/>
              <a:t>sw</a:t>
            </a:r>
            <a:r>
              <a:rPr lang="en-US" dirty="0"/>
              <a:t> instruction passes through the mem stage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C906F-4DEB-62F2-2134-229C6F3865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4096 bytes available</a:t>
            </a:r>
          </a:p>
          <a:p>
            <a:r>
              <a:rPr lang="en-US" dirty="0"/>
              <a:t>Addresses increment by 4 to match word size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0F103-B262-130C-D5CA-150F85AE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61" y="4259027"/>
            <a:ext cx="3182977" cy="18433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E51D8-66E9-A5CC-E4C6-B839BCAD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219" y="670668"/>
            <a:ext cx="204816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7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86BF-5FC4-31A4-D820-F8C787F4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7006-6C8F-8A66-6907-C702781482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generate_control_signals</a:t>
            </a:r>
            <a:r>
              <a:rPr lang="en-US" sz="2000" dirty="0"/>
              <a:t> function acts as the control unit and is called by the ID stage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BE3F3-1422-E2E5-4197-E1F65095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6455" y="3637756"/>
            <a:ext cx="3133725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opcode is pulled from the instruction(as a string in this case) for the control unit to determine what signals are needed to execute the instruction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43242-1892-A712-7672-E8BBE0FF1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62107"/>
            <a:ext cx="4572638" cy="2762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AE6851-C6F9-75A7-62C9-8C040F622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835" y="2528887"/>
            <a:ext cx="224321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7508-76DF-2C45-3458-02ACEE32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flushing for J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45A4-338F-066A-AA30-6F0D5D1C8F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Because j type instructions don’t execute until the ex stage, instructions intended to be skipped can enter the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18E55-E77F-C21B-C2BA-194CA4DE3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310" y="4001294"/>
            <a:ext cx="5181600" cy="2720519"/>
          </a:xfrm>
        </p:spPr>
        <p:txBody>
          <a:bodyPr>
            <a:normAutofit/>
          </a:bodyPr>
          <a:lstStyle/>
          <a:p>
            <a:r>
              <a:rPr lang="en-US" sz="1800" dirty="0"/>
              <a:t>By invalidating the state registers, the instructions can be stopped from flowing through the pipeline, preventing them from being executed when they should be skipped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FFBDF-EA12-8B12-956E-0EC5BC51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944165" cy="2000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BC7F99-DFF1-B356-03F8-F9317CE6C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54" y="1825625"/>
            <a:ext cx="4382112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9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0EC-036D-F145-B678-44A91D28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CC65-C47E-CA01-D044-BA1873967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opcode extracted in the ID stage is passed on to the ID/EX state register where it can be used by the ALU in the execution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900CA-938A-3D3C-521A-ECA954CC82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With this in the state register the ALU can determine which function needs to be performed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6A414-D621-957E-8A6C-AC24433B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542" y="3007435"/>
            <a:ext cx="3531769" cy="3025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494E72-F1BB-872D-5321-474978684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97" y="3519322"/>
            <a:ext cx="398200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407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MIPS Pipeline Simulator</vt:lpstr>
      <vt:lpstr>Overview</vt:lpstr>
      <vt:lpstr>Architecture</vt:lpstr>
      <vt:lpstr>Register File</vt:lpstr>
      <vt:lpstr>State Register Implementation</vt:lpstr>
      <vt:lpstr>Data Memory</vt:lpstr>
      <vt:lpstr>Control Unit</vt:lpstr>
      <vt:lpstr>Pipeline flushing for J types</vt:lpstr>
      <vt:lpstr>ALU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Boubel, Josh</dc:creator>
  <cp:lastModifiedBy>Boubel, Josh</cp:lastModifiedBy>
  <cp:revision>2</cp:revision>
  <dcterms:created xsi:type="dcterms:W3CDTF">2026-04-29T12:20:02Z</dcterms:created>
  <dcterms:modified xsi:type="dcterms:W3CDTF">2026-04-29T17:49:51Z</dcterms:modified>
</cp:coreProperties>
</file>